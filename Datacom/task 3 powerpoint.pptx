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55F1-B043-3EE3-EFFF-FA83D82C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B4EF1-3FEA-5DEA-499F-887079448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326B-C152-4F75-ADA2-73ABA676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9D96A-18B4-706C-E4F2-926D4C54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27A84-989E-87FF-CBA9-1EC94D58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254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B1E67-EC10-04F7-7A1F-791117C9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C150-1349-0CB1-E487-7D31BCE66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6F48B-5AA2-8BF8-EBF0-4F6EC6EF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A6969-C16C-51DD-D6FD-B4D0C846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873D-AA45-E61A-46B2-2CE9CEA5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932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5A37-76AC-6F78-BCE0-1ECB1D8CB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8C628-A502-6F47-0CF9-26B7CFFDF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A03F9-1CCD-CFDF-9AE1-99A27D1E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47F07-E37E-48E3-3C53-BB1F2251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470FD-835B-CE59-64C0-D2D0DB6D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94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EA2D-41B6-C108-C197-635E6B1E4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6627-0D8E-B457-A398-FA6ABAB5F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A3CEE-3999-A1C2-3346-DBB48428B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B3DAD-8F62-4EB3-EC1D-CE7ED51F8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BF0AE-110D-C08B-FF3D-FF4D40E9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3CAF3-8A5A-704A-F3F9-CE753F7D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8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7C0DD-B2D7-486D-E38A-A4642D9C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06522-B3CF-F6BF-5405-466C6E1DA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D49E9-88BF-A3C2-601E-FA21324BF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1E3D0-3BD4-8204-C322-8B08EE0D6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611B6-408C-3623-68D0-AC9DB41CC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F0A2A-B9E4-C42D-BE37-BA4E35E4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A7589-BF0C-A6D7-BB63-40E6A089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5AA454-9848-2A6A-59C5-03A87526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322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A1BCF-9073-ADCC-7800-F60A7EEC8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A3697-6268-0354-D25F-3A704F91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BF741-9D43-C3D6-5FD7-69475F0C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DF7D7-F91D-9B5F-7FB2-362AD368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2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CD730-C032-EADE-217F-B34A13D18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9C0D2-7D23-5316-08CE-71B13DC8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EC066-91E8-3EB7-06E0-32A34F8BC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340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2116-B7E6-0692-ED07-2D9D01F6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E4EC-2C11-035E-490E-7C65F4640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90429-B853-5FE8-99A1-D28A99F2C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0AF53-927B-04B4-F82A-A36AE226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5E61E-5449-CAD5-99C1-C2FE98AE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8D444-D43D-AC0A-9CDB-4F75C28F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96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BBB7-353B-DC68-2295-B8E0DD3E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73855-BA96-CE72-C9B4-3BB40E4A9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FA192-1C5E-6771-92C8-A43B651D8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501D7-C57F-80A6-07CF-9D0026B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357B7-E976-E7F9-C66E-999C3FB1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B1ADA-A9A2-3881-7995-B54214F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04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48AC-AB7A-A10B-43A6-6BA62AF3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69F6A-7FFE-BB62-6249-D622586AF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7FD25-B23C-0699-3C06-DD3E32EE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A43AD-A766-581F-F21D-C113A0F6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9BB4F-7453-C08A-821A-7FB872DC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72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5ADC2F-398B-FE9B-96AC-C3E3DED9D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27B3E-00CF-B328-AD85-B47A1D03C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4E8EA-00C0-1889-A95C-038A19AA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8FDC-EFC2-110F-0F9C-661B468C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DCA35-A8B0-5B40-13C2-3E02AA8A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26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9DBDB-7985-03FB-6B11-02E73583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27542-ABB1-4975-1C20-A59EF9619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BFE5F-155B-6CF5-DF17-FD72B5EE7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F51A3-A805-4FEF-B63F-CC34FFAD4A5C}" type="datetimeFigureOut">
              <a:rPr lang="en-AU" smtClean="0"/>
              <a:t>31/01/2026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53566-E0C1-B5DA-E625-907EBC02C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FE6C-20F2-C325-4037-A6DFCD2CB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C483B-48B6-47BB-A29D-DC72D4C089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12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45BD0D-8BDD-9BDA-A9D4-E24D94EE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The Problem: </a:t>
            </a:r>
            <a:br>
              <a:rPr lang="en-US" sz="3600" b="1" dirty="0">
                <a:solidFill>
                  <a:schemeClr val="tx2"/>
                </a:solidFill>
              </a:rPr>
            </a:br>
            <a:r>
              <a:rPr lang="en-US" sz="3600" dirty="0">
                <a:solidFill>
                  <a:schemeClr val="tx2"/>
                </a:solidFill>
              </a:rPr>
              <a:t>Our Current Order Process Is a Bottleneck.</a:t>
            </a:r>
            <a:endParaRPr lang="en-AU" sz="3600" dirty="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2E905D-FBE8-CF5B-07B2-5C3BEFAA0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6326"/>
            <a:ext cx="5039781" cy="634751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CA2CCD-8DCC-7F08-61CA-3B52612A9A7C}"/>
              </a:ext>
            </a:extLst>
          </p:cNvPr>
          <p:cNvSpPr/>
          <p:nvPr/>
        </p:nvSpPr>
        <p:spPr>
          <a:xfrm>
            <a:off x="7267131" y="2787072"/>
            <a:ext cx="2792007" cy="2792007"/>
          </a:xfrm>
          <a:prstGeom prst="roundRect">
            <a:avLst/>
          </a:prstGeom>
          <a:solidFill>
            <a:srgbClr val="FF0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293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8CF51-3080-E3E2-0AE0-A2EB80000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BE50E0-6DE2-010D-2C8B-C12FC0784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696F17-38C1-5EE7-5F03-8B156E52E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C5852E-95E1-F036-C4B1-342002D51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A803119-AF87-79E4-AAD1-089B86FD1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6BCD6CB-CF2D-7590-B675-8ED113A2C5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603663-D5AC-52A4-21DD-B8F0B2CF3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D403724-198C-E304-1A8E-00170C29A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411A9A-09ED-7C7C-32A9-16836950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/>
              <a:t>The Solution: </a:t>
            </a:r>
            <a:r>
              <a:rPr lang="en-US" sz="3600" dirty="0"/>
              <a:t>Introducing '</a:t>
            </a:r>
            <a:r>
              <a:rPr lang="en-US" sz="3600" dirty="0" err="1"/>
              <a:t>OrderBot</a:t>
            </a:r>
            <a:r>
              <a:rPr lang="en-US" sz="3600" dirty="0"/>
              <a:t>,' Our Autonomous AI Agent.</a:t>
            </a:r>
            <a:endParaRPr lang="en-AU" sz="3600" dirty="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EC9E1D-C1BC-DED1-89FA-CEC1A0EDE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831" y="1077119"/>
            <a:ext cx="4772025" cy="4686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9BEDA-C71F-3FED-1844-EF269BF50549}"/>
              </a:ext>
            </a:extLst>
          </p:cNvPr>
          <p:cNvSpPr txBox="1"/>
          <p:nvPr/>
        </p:nvSpPr>
        <p:spPr>
          <a:xfrm>
            <a:off x="5187197" y="3736447"/>
            <a:ext cx="1860364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Checks Salesforce and the Google Spreadsheet by itself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77361D-119A-5144-0043-4C930A21324F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047561" y="4031952"/>
            <a:ext cx="1047027" cy="73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1B1745-76B9-2EAA-D91B-0E002C8278EB}"/>
              </a:ext>
            </a:extLst>
          </p:cNvPr>
          <p:cNvSpPr txBox="1"/>
          <p:nvPr/>
        </p:nvSpPr>
        <p:spPr>
          <a:xfrm>
            <a:off x="5165335" y="1709475"/>
            <a:ext cx="1860364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Can make this process manual if it is too difficult for </a:t>
            </a:r>
            <a:r>
              <a:rPr lang="en-AU" sz="1400" dirty="0" err="1"/>
              <a:t>OrderBot</a:t>
            </a:r>
            <a:r>
              <a:rPr lang="en-AU" sz="1400" dirty="0"/>
              <a:t> to read the pdf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B6A46A-AFC3-5C7D-A04D-D68ACE74199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025699" y="2294251"/>
            <a:ext cx="1068889" cy="347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93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F7F1D-5177-39A9-5B38-BD8132CF1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DCB455-3AF0-2FF0-E932-413F43251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E1A52-0836-3AE6-C529-EFCDA90B8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AE229B-22DD-8708-961C-4C2758181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60A3684-1368-DC0E-52F3-860F1BE87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35810C-E4FE-F513-BE1E-EF6A2C8D1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FA3FC80-2D93-0728-B53F-45E7818BB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158719-FCDD-394B-AFAE-CD7023E8B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CFED98-4342-5890-DFB6-43BA9219B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/>
              <a:t>The Business Impact &amp; Recommended Next Steps.</a:t>
            </a:r>
            <a:endParaRPr lang="en-AU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51EE1-D960-A7B4-5B64-3E0DD14BA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AU" sz="1800" dirty="0">
                <a:solidFill>
                  <a:schemeClr val="tx2"/>
                </a:solidFill>
              </a:rPr>
              <a:t>Most of the process would be </a:t>
            </a:r>
            <a:r>
              <a:rPr lang="en-AU" sz="1800" b="1" dirty="0">
                <a:solidFill>
                  <a:schemeClr val="tx2"/>
                </a:solidFill>
              </a:rPr>
              <a:t>automatic</a:t>
            </a:r>
            <a:endParaRPr lang="en-AU" sz="1800" dirty="0">
              <a:solidFill>
                <a:schemeClr val="tx2"/>
              </a:solidFill>
            </a:endParaRPr>
          </a:p>
          <a:p>
            <a:r>
              <a:rPr lang="en-AU" sz="1800" b="1" dirty="0">
                <a:solidFill>
                  <a:schemeClr val="tx2"/>
                </a:solidFill>
              </a:rPr>
              <a:t>24/7 availability</a:t>
            </a:r>
            <a:r>
              <a:rPr lang="en-AU" sz="1800" dirty="0">
                <a:solidFill>
                  <a:schemeClr val="tx2"/>
                </a:solidFill>
              </a:rPr>
              <a:t> for the automatic processes</a:t>
            </a:r>
          </a:p>
          <a:p>
            <a:r>
              <a:rPr lang="en-AU" sz="1800" dirty="0">
                <a:solidFill>
                  <a:schemeClr val="tx2"/>
                </a:solidFill>
              </a:rPr>
              <a:t>Human error when validating order is completely </a:t>
            </a:r>
            <a:r>
              <a:rPr lang="en-AU" sz="1800" b="1" dirty="0">
                <a:solidFill>
                  <a:schemeClr val="tx2"/>
                </a:solidFill>
              </a:rPr>
              <a:t>eliminated</a:t>
            </a:r>
            <a:endParaRPr lang="en-AU" sz="1800" dirty="0">
              <a:solidFill>
                <a:schemeClr val="tx2"/>
              </a:solidFill>
            </a:endParaRPr>
          </a:p>
          <a:p>
            <a:r>
              <a:rPr lang="en-AU" sz="1800" b="1" dirty="0">
                <a:solidFill>
                  <a:schemeClr val="tx2"/>
                </a:solidFill>
              </a:rPr>
              <a:t>Reduce processing time</a:t>
            </a:r>
            <a:r>
              <a:rPr lang="en-AU" sz="1800" dirty="0">
                <a:solidFill>
                  <a:schemeClr val="tx2"/>
                </a:solidFill>
              </a:rPr>
              <a:t> from hours to minutes</a:t>
            </a:r>
          </a:p>
          <a:p>
            <a:r>
              <a:rPr lang="en-AU" sz="1800" dirty="0">
                <a:solidFill>
                  <a:schemeClr val="tx2"/>
                </a:solidFill>
              </a:rPr>
              <a:t>Improve </a:t>
            </a:r>
            <a:r>
              <a:rPr lang="en-AU" sz="1800" b="1" dirty="0">
                <a:solidFill>
                  <a:schemeClr val="tx2"/>
                </a:solidFill>
              </a:rPr>
              <a:t>customer satisfaction</a:t>
            </a:r>
            <a:endParaRPr lang="en-AU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52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86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The Problem:  Our Current Order Process Is a Bottleneck.</vt:lpstr>
      <vt:lpstr>The Solution: Introducing 'OrderBot,' Our Autonomous AI Agent.</vt:lpstr>
      <vt:lpstr>The Business Impact &amp; Recommended Next Steps.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Ly</dc:creator>
  <cp:lastModifiedBy>Tony Ly</cp:lastModifiedBy>
  <cp:revision>1</cp:revision>
  <dcterms:created xsi:type="dcterms:W3CDTF">2026-01-31T04:14:39Z</dcterms:created>
  <dcterms:modified xsi:type="dcterms:W3CDTF">2026-01-31T04:45:26Z</dcterms:modified>
</cp:coreProperties>
</file>